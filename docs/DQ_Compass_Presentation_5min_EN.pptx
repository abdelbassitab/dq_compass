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DQ Compass, Group 1. In 5 minutes: who we are and how we worked, the context, the solution in four building blocks - Catalogue, Engine, Reporting, Audit - and the perspectives. Then a 5-minute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split into four roles: rules, engine, interface, governance - a brief word from each of us. Our method: first understand the brief and the prototype, then lock the architecture - rules are data, the engine is generic - then build brick by brick with a test at every step, and finally harden with 42 tests and document compliance.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one of governance: EUCs carry sensitive processes but escape controls, every team improvises its checks, and BCBS 239 demands evidence. The brief asks for a Define-Execute-Report-Prove cycle, 6 dimensions, frugal and deterministic.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idea: a rule is a line in a file, the engine is generic. Four blocks: the Catalogue defines, the Engine executes, Reporting reports, Audit proves. Adding an EUC is two config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Catalogue: a rule is a line in a file, and the web app gives full CRUD over it - create, read, update, activate or deactivate, delete. Before each save, a meta-catalogue of ~30 checks rejects an invalid rule. And everything is journalled in a hash-chained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Engine: a single generic function per dimension, which only receives column names, so it works on any dataset. Deterministic and repeatable. And resilient: if a source is missing, the rule turns ERROR and execution continues.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Reporting is built for the business - risk owners and data stewards. It shows a severity-weighted composite DQ score, the trend, dataset health, a coverage matrix, and the open incidents with their remediation action, plus exceptions by owner so accountability is clear. A selector replays the dashboard on any past run, and there are 7 exports ready for Power 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Audit is our strong point. Every execution produces a complete Evidence Pack - the 10 components of Appendix B.2. The run ledger is hash-chained, so any tampering shows up. The Verify command replays the frozen config against the frozen data and gets the same result. Plus the human sign-off and the change logs. We don't just detect, we 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Perspectives. Scaling out is already configuration: one more EUC is two files. Scaling up: the fixed function contract lets us move to DuckDB or Spark without touching the rest. It's an MVP - three connectors to finish, in-memory execution - but the governance lifecycle is complete and proven.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 to the demo, in five steps: create a rule in the catalogue, run an execution, open an incident in the reporting with the failing rows, open an Evidence Pack and click Verify, and finally the supervisory mapping.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194560"/>
            <a:ext cx="110578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DQ Compass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3101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plug-and-play Data Quality control layer for EUCs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 -   MBA-ESG x SG GSC Datathon 2026   -   5 min + demo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THE 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1 - four roles, one method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002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did what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5394960" cy="786384"/>
          </a:xfrm>
          <a:prstGeom prst="roundRect">
            <a:avLst>
              <a:gd name="adj" fmla="val 10465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68096" y="208483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meta-catalogue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3957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schema and the ~30 validation checks.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2944368"/>
            <a:ext cx="5394960" cy="786384"/>
          </a:xfrm>
          <a:prstGeom prst="roundRect">
            <a:avLst>
              <a:gd name="adj" fmla="val 10465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68096" y="30175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&amp; tests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33284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generic controls and the 42 automated tests.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3877056"/>
            <a:ext cx="5394960" cy="786384"/>
          </a:xfrm>
          <a:prstGeom prst="roundRect">
            <a:avLst>
              <a:gd name="adj" fmla="val 10465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68096" y="395020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&amp; reporting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42611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authoring interface and the reporting dashboard.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4809744"/>
            <a:ext cx="5394960" cy="786384"/>
          </a:xfrm>
          <a:prstGeom prst="roundRect">
            <a:avLst>
              <a:gd name="adj" fmla="val 10465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68096" y="488289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audit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51937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Pack, hash-chained ledger, supervisory mapping.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93408" y="1600200"/>
            <a:ext cx="4931359" cy="4206240"/>
          </a:xfrm>
          <a:prstGeom prst="roundRect">
            <a:avLst>
              <a:gd name="adj" fmla="val 1957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967728" y="1783080"/>
            <a:ext cx="43827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967728" y="2286000"/>
            <a:ext cx="365760" cy="36576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67728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70648" y="2231136"/>
            <a:ext cx="38797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brief and the existing prototype; spot the gaps.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967728" y="3182112"/>
            <a:ext cx="365760" cy="36576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67728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470648" y="3127248"/>
            <a:ext cx="38797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architecture: rules are data, the engine is generic.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67728" y="4078224"/>
            <a:ext cx="365760" cy="36576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67728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70648" y="4023360"/>
            <a:ext cx="38797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brick by brick, testing each step before the next.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67728" y="4974336"/>
            <a:ext cx="365760" cy="36576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967728" y="4974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470648" y="4919472"/>
            <a:ext cx="38797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(42 tests) and document: brief compliance, supervisory mapping.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Compass  -  Group 1  -  MBA-ESG x SG GSC Datathon 2026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2 - THE 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EUCs everywhere - but outside governance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402336" cy="402336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3856" y="170078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processes living in files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33856" y="202996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Access, scripts feed reportings, outside IT and its controls.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761488"/>
            <a:ext cx="402336" cy="402336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" y="272491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hoc, untraced checks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" y="3054096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verifies by hand, with no reusable proof from one run to the next.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785616"/>
            <a:ext cx="402336" cy="402336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785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" y="374904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supervisor wants evidence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" y="407822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BCBS 239 requires controls that are traceable, repeatable, auditable.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93408" y="1737360"/>
            <a:ext cx="4931359" cy="3200400"/>
          </a:xfrm>
          <a:prstGeom prst="roundRect">
            <a:avLst>
              <a:gd name="adj" fmla="val 2571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67728" y="1920240"/>
            <a:ext cx="43827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brief asks for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967728" y="2423160"/>
            <a:ext cx="1033272" cy="420624"/>
          </a:xfrm>
          <a:prstGeom prst="roundRect">
            <a:avLst>
              <a:gd name="adj" fmla="val 13043"/>
            </a:avLst>
          </a:prstGeom>
          <a:solidFill>
            <a:srgbClr val="2F3C7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67728" y="2423160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46720" y="2423160"/>
            <a:ext cx="1033272" cy="420624"/>
          </a:xfrm>
          <a:prstGeom prst="roundRect">
            <a:avLst>
              <a:gd name="adj" fmla="val 13043"/>
            </a:avLst>
          </a:prstGeom>
          <a:solidFill>
            <a:srgbClr val="2F3C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0" y="2423160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125712" y="2423160"/>
            <a:ext cx="1033272" cy="420624"/>
          </a:xfrm>
          <a:prstGeom prst="roundRect">
            <a:avLst>
              <a:gd name="adj" fmla="val 13043"/>
            </a:avLst>
          </a:prstGeom>
          <a:solidFill>
            <a:srgbClr val="2F3C7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25712" y="2423160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204704" y="2423160"/>
            <a:ext cx="1033272" cy="420624"/>
          </a:xfrm>
          <a:prstGeom prst="roundRect">
            <a:avLst>
              <a:gd name="adj" fmla="val 13043"/>
            </a:avLst>
          </a:prstGeom>
          <a:solidFill>
            <a:srgbClr val="9E1B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204704" y="2423160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967728" y="3108960"/>
            <a:ext cx="438271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1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quality dimensions.</a:t>
            </a:r>
            <a:endParaRPr lang="en-US" sz="11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1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Frugal (AI optional), deterministic, reusable.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Compass  -  Group 1  -  MBA-ESG x SG GSC Datathon 2026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3 - 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configure, you don't code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630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data. Evidence is produced by default.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1A1A1E"/>
          </a:solidFill>
          <a:ln/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66928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Catalogue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200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38144" y="233172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1A1A1E"/>
          </a:solidFill>
          <a:ln/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38144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38144" y="3200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233172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1A1A1E"/>
          </a:solidFill>
          <a:ln/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0936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200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80576" y="233172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9E1B32"/>
          </a:solidFill>
          <a:ln/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80576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180576" y="3200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035808" y="2788920"/>
            <a:ext cx="402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907024" y="2788920"/>
            <a:ext cx="402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2788920"/>
            <a:ext cx="402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66928" y="4343400"/>
            <a:ext cx="11057839" cy="960120"/>
          </a:xfrm>
          <a:prstGeom prst="roundRect">
            <a:avLst>
              <a:gd name="adj" fmla="val 8571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86968" y="4544568"/>
            <a:ext cx="10417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 </a:t>
            </a:r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- Excel live  |  JSON - SQL - SharePoint as selectors (phase 2)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86968" y="4937760"/>
            <a:ext cx="104177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EUC: 2 configuration files, no development.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Compass  -  Group 1  -  MBA-ESG x SG GSC Datathon 2026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3 - THE SOLUTION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548640" cy="54864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713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676656"/>
            <a:ext cx="102805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Catalogue - full CRUD on the rules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6126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= one line. The web app offers full CRUD: create, read, update, activate / deactivate, delete.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meta-catalogue (~30 checks) blocks any invalid rule before it is saved.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attributes (Appendix A.2), 6 control types, severity, tolerance threshold, remediation action.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is journalled (hash-chained log) - a deactivated rule stays traced, never lost.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50608" y="1783080"/>
            <a:ext cx="4474159" cy="4160520"/>
          </a:xfrm>
          <a:prstGeom prst="roundRect">
            <a:avLst>
              <a:gd name="adj" fmla="val 1978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43216" y="2011680"/>
            <a:ext cx="38889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from the interface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43216" y="2468880"/>
            <a:ext cx="3888943" cy="4572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52944" y="2468880"/>
            <a:ext cx="36694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 a rule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43216" y="3035808"/>
            <a:ext cx="3888943" cy="4572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52944" y="3035808"/>
            <a:ext cx="36694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Read / search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43216" y="3602736"/>
            <a:ext cx="3888943" cy="4572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52944" y="3602736"/>
            <a:ext cx="36694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Update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43216" y="4169664"/>
            <a:ext cx="3888943" cy="4572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52944" y="4169664"/>
            <a:ext cx="36694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Activate / deactivate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43216" y="4736592"/>
            <a:ext cx="3888943" cy="4572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52944" y="4736592"/>
            <a:ext cx="36694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Delete (traced)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443216" y="5349240"/>
            <a:ext cx="3888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~30-check validation before save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Compass  -  Group 1  -  MBA-ESG x SG GSC Datathon 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3 - THE SOLUTION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548640" cy="54864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713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676656"/>
            <a:ext cx="102805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6126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generic function per dimension: it only knows column names -- it runs on any dataset.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and repeatable: same input, same result.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Resilient: a missing source becomes an ERROR status, execution continues.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thresholds: e.g. &lt;= 1 % of rows in anomaly = compliant.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50608" y="1783080"/>
            <a:ext cx="4474159" cy="4160520"/>
          </a:xfrm>
          <a:prstGeom prst="roundRect">
            <a:avLst>
              <a:gd name="adj" fmla="val 1978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43216" y="2011680"/>
            <a:ext cx="38889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generic functions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43216" y="2514600"/>
            <a:ext cx="1871320" cy="585216"/>
          </a:xfrm>
          <a:prstGeom prst="roundRect">
            <a:avLst>
              <a:gd name="adj" fmla="val 7813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52944" y="2514600"/>
            <a:ext cx="1651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460840" y="2514600"/>
            <a:ext cx="1871320" cy="585216"/>
          </a:xfrm>
          <a:prstGeom prst="roundRect">
            <a:avLst>
              <a:gd name="adj" fmla="val 7813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70568" y="2514600"/>
            <a:ext cx="1651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43216" y="3264408"/>
            <a:ext cx="1871320" cy="585216"/>
          </a:xfrm>
          <a:prstGeom prst="roundRect">
            <a:avLst>
              <a:gd name="adj" fmla="val 7813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52944" y="3264408"/>
            <a:ext cx="1651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460840" y="3264408"/>
            <a:ext cx="1871320" cy="585216"/>
          </a:xfrm>
          <a:prstGeom prst="roundRect">
            <a:avLst>
              <a:gd name="adj" fmla="val 7813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70568" y="3264408"/>
            <a:ext cx="1651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43216" y="4014216"/>
            <a:ext cx="1871320" cy="585216"/>
          </a:xfrm>
          <a:prstGeom prst="roundRect">
            <a:avLst>
              <a:gd name="adj" fmla="val 7813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52944" y="4014216"/>
            <a:ext cx="1651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460840" y="4014216"/>
            <a:ext cx="1871320" cy="585216"/>
          </a:xfrm>
          <a:prstGeom prst="roundRect">
            <a:avLst>
              <a:gd name="adj" fmla="val 7813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70568" y="4014216"/>
            <a:ext cx="1651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443216" y="4855464"/>
            <a:ext cx="3888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each one only receives column names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Compass  -  Group 1  -  MBA-ESG x SG GSC Datathon 2026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3 - THE SOLUTION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548640" cy="54864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713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676656"/>
            <a:ext cx="102805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Reporting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6126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for the business - risk owners and data stewards.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Severity-weighted composite DQ score, trend, dataset health, coverage matrix.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incidents with their remediation action; exceptions by owner (accountability).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selector (replay any past execution); 7 CSV / JSON exports, ready for Power BI.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50608" y="1783080"/>
            <a:ext cx="4474159" cy="4160520"/>
          </a:xfrm>
          <a:prstGeom prst="roundRect">
            <a:avLst>
              <a:gd name="adj" fmla="val 1978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43216" y="2011680"/>
            <a:ext cx="38889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43216" y="2468880"/>
            <a:ext cx="3888943" cy="950976"/>
          </a:xfrm>
          <a:prstGeom prst="roundRect">
            <a:avLst>
              <a:gd name="adj" fmla="val 5769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26096" y="2523744"/>
            <a:ext cx="35231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 / 100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626096" y="2999232"/>
            <a:ext cx="3523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DQ score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43216" y="3566160"/>
            <a:ext cx="3888943" cy="950976"/>
          </a:xfrm>
          <a:prstGeom prst="roundRect">
            <a:avLst>
              <a:gd name="adj" fmla="val 5769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26096" y="3621024"/>
            <a:ext cx="35231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14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626096" y="4096512"/>
            <a:ext cx="3523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passing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443216" y="4663440"/>
            <a:ext cx="3888943" cy="950976"/>
          </a:xfrm>
          <a:prstGeom prst="roundRect">
            <a:avLst>
              <a:gd name="adj" fmla="val 5769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26096" y="4718304"/>
            <a:ext cx="35231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626096" y="5193792"/>
            <a:ext cx="3523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critical incidents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Compass  -  Group 1  -  MBA-ESG x SG GSC Datathon 2026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3 - THE SOLUTION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548640" cy="54864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713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676656"/>
            <a:ext cx="102805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Audit - auditability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6126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Evidence Pack per execution: the 10 components of Appendix B.2 (frozen data + hash, config, metrics, exceptions, logs, system trace, sign-off).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run ledger: any tampering with a past run becomes visible.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Verify: replays the frozen config against the frozen data (Appendix B.3).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+ 2 hash-chained change logs: who changed what, when.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50608" y="1783080"/>
            <a:ext cx="4474159" cy="4160520"/>
          </a:xfrm>
          <a:prstGeom prst="roundRect">
            <a:avLst>
              <a:gd name="adj" fmla="val 1978"/>
            </a:avLst>
          </a:prstGeom>
          <a:solidFill>
            <a:srgbClr val="F4F5F7"/>
          </a:solidFill>
          <a:ln w="9525">
            <a:solidFill>
              <a:srgbClr val="D8DAE0"/>
            </a:solidFill>
            <a:prstDash val="solid"/>
          </a:ln>
          <a:effectLst>
            <a:outerShdw sx="100000" sy="100000" kx="0" ky="0" algn="bl" rotWithShape="0" blurRad="114300" dist="38100" dir="5400000">
              <a:srgbClr val="9A9A9A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43216" y="2011680"/>
            <a:ext cx="38889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Hash-chained history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43216" y="2606040"/>
            <a:ext cx="1113434" cy="640080"/>
          </a:xfrm>
          <a:prstGeom prst="roundRect">
            <a:avLst>
              <a:gd name="adj" fmla="val 7143"/>
            </a:avLst>
          </a:prstGeom>
          <a:solidFill>
            <a:srgbClr val="1A1A1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43216" y="2606040"/>
            <a:ext cx="11134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556650" y="26060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30970" y="2606040"/>
            <a:ext cx="1113434" cy="640080"/>
          </a:xfrm>
          <a:prstGeom prst="roundRect">
            <a:avLst>
              <a:gd name="adj" fmla="val 7143"/>
            </a:avLst>
          </a:prstGeom>
          <a:solidFill>
            <a:srgbClr val="1A1A1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830970" y="2606040"/>
            <a:ext cx="11134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944405" y="26060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218725" y="2606040"/>
            <a:ext cx="1113434" cy="640080"/>
          </a:xfrm>
          <a:prstGeom prst="roundRect">
            <a:avLst>
              <a:gd name="adj" fmla="val 7143"/>
            </a:avLst>
          </a:prstGeom>
          <a:solidFill>
            <a:srgbClr val="9E1B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18725" y="2606040"/>
            <a:ext cx="11134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443216" y="3337560"/>
            <a:ext cx="38889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signs the previous one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43216" y="3794760"/>
            <a:ext cx="3888943" cy="4572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6350">
            <a:solidFill>
              <a:srgbClr val="D8DA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52944" y="3794760"/>
            <a:ext cx="36694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Verify - 14 / 14 controls reproduced identically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Compass  -  Group 1  -  MBA-ESG x SG GSC Datathon 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4 - PERSPECTIVES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out and up - without a rewrite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00320" cy="3108960"/>
          </a:xfrm>
          <a:prstGeom prst="roundRect">
            <a:avLst>
              <a:gd name="adj" fmla="val 2647"/>
            </a:avLst>
          </a:prstGeom>
          <a:solidFill>
            <a:srgbClr val="26262C"/>
          </a:solidFill>
          <a:ln w="9525">
            <a:solidFill>
              <a:srgbClr val="3A3A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1938528"/>
            <a:ext cx="466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out - more EUCs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423160"/>
            <a:ext cx="4660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EUC = 2 config files + 1 call.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central, versioned catalogue, pulled by each EUC.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 drops into any CI pipeline (blocking gate).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24448" y="1737360"/>
            <a:ext cx="5300320" cy="3108960"/>
          </a:xfrm>
          <a:prstGeom prst="roundRect">
            <a:avLst>
              <a:gd name="adj" fmla="val 2647"/>
            </a:avLst>
          </a:prstGeom>
          <a:solidFill>
            <a:srgbClr val="26262C"/>
          </a:solidFill>
          <a:ln w="9525">
            <a:solidFill>
              <a:srgbClr val="3A3A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4488" y="1938528"/>
            <a:ext cx="466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up - more volume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44488" y="2423160"/>
            <a:ext cx="4660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functions have a fixed contract.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pandas for DuckDB or Spark SQL without touching the catalogue, the evidence or the app.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execution, incremental runs.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5074920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9E1B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86968" y="5074920"/>
            <a:ext cx="104177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MVP: 3 connectors to finish, in-memory execution, local evidence - but the governance lifecycle itself is complete and proven.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Compass  -  Group 1  -  MBA-ESG x SG GSC Datathon 2026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37160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 to the demo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2560320"/>
            <a:ext cx="402336" cy="402336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33856" y="2578608"/>
            <a:ext cx="104909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Catalogue - create and validate a rule (the meta-catalogue rejects an invalid one).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3310128"/>
            <a:ext cx="402336" cy="402336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33856" y="3328416"/>
            <a:ext cx="104909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execution - the engine applies the whole catalogue to the dataset.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4059936"/>
            <a:ext cx="402336" cy="402336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059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" y="4078224"/>
            <a:ext cx="104909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Reporting - open an incident: the failing rows and the remediation action.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809744"/>
            <a:ext cx="402336" cy="402336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809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" y="4828032"/>
            <a:ext cx="104909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 Pack - click Verify: the run replays identically.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5559552"/>
            <a:ext cx="402336" cy="402336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" y="5559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" y="5577840"/>
            <a:ext cx="104909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Mapping - each control tied to a BCBS 239 requirement and to the run hash.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Compass  -  Group 1  -  MBA-ESG x SG GSC Datathon 2026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DQ Compass - 5 min (EN)</dc:title>
  <dc:subject>PptxGenJS Presentation</dc:subject>
  <dc:creator>Group 1</dc:creator>
  <cp:lastModifiedBy>Group 1</cp:lastModifiedBy>
  <cp:revision>1</cp:revision>
  <dcterms:created xsi:type="dcterms:W3CDTF">2026-09-08T15:21:19Z</dcterms:created>
  <dcterms:modified xsi:type="dcterms:W3CDTF">2026-09-08T15:21:19Z</dcterms:modified>
</cp:coreProperties>
</file>